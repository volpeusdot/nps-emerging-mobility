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10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3348C-9111-183C-E9D4-84C78E747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EDD03-8790-1D3C-8091-DA2893DBD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5EA31-6F25-CE34-5347-2006F5D9E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5321-6547-44B7-8A25-86CAA8C6B13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461AC-8DB7-B57D-2DFC-B54DAF8FC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8D138-64F3-9362-090A-5CD3D9853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CE94-49FF-4715-A9E4-BE90D99F4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515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D5CC4-E09D-0DB1-2580-4C219AB2E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8E27F-251B-0D45-E046-42E1D41A0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B1E76-F5F4-3468-F9A7-A02199C64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5321-6547-44B7-8A25-86CAA8C6B13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AFA56-261D-AD0E-1A89-BF469FCA2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B65C0-68C0-4999-F748-337FD937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CE94-49FF-4715-A9E4-BE90D99F4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751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2BBDC-E148-6195-10A8-444DD6FD9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4E64E-CA06-A89A-F987-49B84E337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6DC4D-E5E5-71AA-475B-B1F8C27AD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5321-6547-44B7-8A25-86CAA8C6B13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7FA34-FBA9-6040-2EDC-9CD5CDCC7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FDE0F-011E-9C87-2C57-703A8849C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CE94-49FF-4715-A9E4-BE90D99F4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50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54DFB-E603-7F75-97EE-2C4EFFFE5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B7D32-1A8E-3491-B21D-948CB676E5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6539F-DE21-D5AF-7C95-3ADA4A281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462361-496A-095A-3AA0-93A1C4B3C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5321-6547-44B7-8A25-86CAA8C6B13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CFCF54-663D-1975-93EF-521182606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E4CC8-60AE-6C2B-4896-72A89919A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CE94-49FF-4715-A9E4-BE90D99F4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573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2C2E1-9E23-1F90-C869-567034B40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46F3C-183B-0A53-917E-BE2D6BF03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58082-A604-53BD-E6BE-B3B333625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A6632F-367E-31F2-2AB9-AC5DDD623D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E5180F-E452-1FD5-CC87-0677DDDECD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28EDD7-85BE-CFED-D5D1-38EBABE8A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5321-6547-44B7-8A25-86CAA8C6B13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833E17-AFAE-43EA-347F-677BC2B73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E3945C-48A6-9856-A763-2B0F6F49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CE94-49FF-4715-A9E4-BE90D99F4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4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F1D25-DC18-448C-7896-C783441F9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E7C0EF-F446-2A9B-B78E-D0737164B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5321-6547-44B7-8A25-86CAA8C6B13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6749DC-E3BE-89AB-31FF-EE7BF47A1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BBC585-DAA4-4ECB-1007-057A6CF84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CE94-49FF-4715-A9E4-BE90D99F4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810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496D21-D367-702D-5909-C2D49ECEE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5321-6547-44B7-8A25-86CAA8C6B13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048B1-4EB2-C420-D3AA-70637E6D6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4FE45-3964-3F2F-6CB5-F63857179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CE94-49FF-4715-A9E4-BE90D99F4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28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EB83-A5EB-6248-CC0E-FBEB35F35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63473-8368-17E1-5D10-330706E61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CF9929-9814-F757-8A2E-1E01F6C2A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70DAA7-29DB-ABBB-B816-2DD36D67E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5321-6547-44B7-8A25-86CAA8C6B13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5161B6-E5AF-B0E8-0930-358ABD208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BB21F-B14B-938E-1E9D-77570BF2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CE94-49FF-4715-A9E4-BE90D99F4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094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5D254-83BC-1771-1A30-51BD6242A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C8E536-3394-AB47-FF25-980BDE177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E21DA-7D1B-83A3-A74A-B0B2C48E3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0F3DF-8768-DA6C-275A-1D55548DF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5321-6547-44B7-8A25-86CAA8C6B13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F4339-1859-497D-1436-171590528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815CA3-A459-D1C3-780F-A12045D42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CE94-49FF-4715-A9E4-BE90D99F4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806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8C38E-83EF-C4B9-ECBE-1921CFBC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A0B40C-A3FF-3FDF-1226-81CA4A2E38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A5DEF-67EA-365D-6366-759280732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5321-6547-44B7-8A25-86CAA8C6B13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05DF3-7E7B-A17D-EDA9-4803C0D6A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F587E-5FD3-0D1E-31E3-F518E54CE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CE94-49FF-4715-A9E4-BE90D99F4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56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3FEBC9-94D8-1055-8B88-B4DBCD6713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BA4835-AF57-A3AA-1FB3-FF851C8A6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DFFAA-5AD1-8171-99CA-E78130CC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5321-6547-44B7-8A25-86CAA8C6B13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F339E-7574-11C6-5095-9E7CFBFFB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CFD6A-FCD7-7571-0825-60BF88B7F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CE94-49FF-4715-A9E4-BE90D99F4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0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04D2A2-F62F-3B04-58C7-25A200B08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487DB-1D4A-F53B-288D-AFACDDA2C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70438-C462-DB8A-2740-2F30704B3D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3A5321-6547-44B7-8A25-86CAA8C6B13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D560D-D9D5-C0F3-84E6-04FD95412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3A8C1-E398-81FD-EB55-9AB2B9C5BA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8CCE94-49FF-4715-A9E4-BE90D99F4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5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A12FF7-B79F-9EB0-5CEE-15405871B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365126"/>
            <a:ext cx="3051624" cy="4821238"/>
          </a:xfrm>
        </p:spPr>
        <p:txBody>
          <a:bodyPr>
            <a:normAutofit/>
          </a:bodyPr>
          <a:lstStyle/>
          <a:p>
            <a:r>
              <a:rPr lang="en-US" sz="3600" dirty="0"/>
              <a:t>RS-online.com</a:t>
            </a:r>
            <a:br>
              <a:rPr lang="en-US" sz="3600" dirty="0"/>
            </a:br>
            <a:r>
              <a:rPr lang="en-US" sz="2800" dirty="0"/>
              <a:t>(Power connectors between sign and battery box)</a:t>
            </a:r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059D2E-A876-F578-A469-F577973BF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812" y="0"/>
            <a:ext cx="87831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160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ECF1-F3E6-B314-D8EB-CC11E4BB9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87B4BA-7376-F9D0-9896-BD6A23D8B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76" y="456785"/>
            <a:ext cx="11631648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155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A0D9B-F129-1A66-96B2-1E87B9FD7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Digikey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E8891A-D551-29C4-AFDB-380C0CB4E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652" y="0"/>
            <a:ext cx="90973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98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14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RS-online.com (Power connectors between sign and battery box)</vt:lpstr>
      <vt:lpstr>PowerPoint Presentation</vt:lpstr>
      <vt:lpstr>Digikey</vt:lpstr>
    </vt:vector>
  </TitlesOfParts>
  <Company>U.S DOT - Volpe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Wychorski, Henry (Volpe)</dc:creator>
  <cp:lastModifiedBy>Wychorski, Henry (Volpe)</cp:lastModifiedBy>
  <cp:revision>1</cp:revision>
  <dcterms:created xsi:type="dcterms:W3CDTF">2025-10-22T21:00:45Z</dcterms:created>
  <dcterms:modified xsi:type="dcterms:W3CDTF">2025-10-22T22:27:16Z</dcterms:modified>
</cp:coreProperties>
</file>